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Análisis SERP: cómo aprender seo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Consulta: España (Madrid)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Generación: 28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Búsqueda y Métricas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Intenciones: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Informacional: 60%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Navegacional: 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Comercial: 35%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Transaccional: 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Intención de Búsqueda: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intención predominante es informacional, buscando guías y tutoriales. También es comercial, con muchos resultados ofreciendo cursos de SEO.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Overview (Google SGE)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Sintetizado por la IA: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SEO implica entender su funcionamiento, desde la planificación de contenidos con palabras clave hasta la optimización on-page y off-page, y el uso de herramientas de análisis. Es esencial comprender cómo Google rastrea e indexa el contenido para mejorar la visibilidad web y atraer tráfico orgánico.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Estratégica de Citación: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ser citado por la IA, una web debe ofrecer contenido exhaustivo y bien estructurado sobre SEO, incluir definiciones claras, guías paso a paso y referencias a fuentes autorizadas como Google. La presencia de listas y resúmenes concisos también es beneficiosa.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SEO Sugerida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Tags Recomendados: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Title Sugerido: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Aprender SEO Desde Cero: Guía Completa y Cursos Gratuitos para Principiantes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Description Sugerida: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el SEO con nuestra guía paso a paso y descubre los mejores cursos online gratuitos para aprender posicionamiento web y triunfar en Google.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Táctica: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debe enfocarse en crear contenido exhaustivo y actualizado que sirva como guía de aprendizaje para principiantes. Incluir secciones sobre conceptos básicos, SEO On-Page/Off-Page, herramientas esenciales y consejos prácticos. Además, ofrecer o recomendar cursos de alta calidad, ya sean propios o de terceros, con énfasis en la gratuidad y certificación, para captar la intención comercial.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 Features y Búsquedas Relacionadas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la SERP Detectadas: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Overview: Resumen generado por IA con fragmentos de múltiples fuentes sobre cómo aprender SEO.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Sitelinks: Algunos resultados muestran enlaces directos a secciones internas del sitio, como "Cómo funciona la Búsqueda de Google" o "Organiza tu sitio" para Google for Developers.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online: Abundante presencia de plataformas que ofrecen cursos de SEO, muchos de ellos gratuitos y con certificación.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Relacionadas: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de seo gratis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seo para principiantes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 es el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tutorial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cómo funciona google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aprender seo online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certificación seo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Orgánicos Principales (Top 10)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515600" cy="438912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5852160"/>
              </a:tblGrid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(Título y Dominio)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(Snippet en la SERP)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SEO para Principiantes. Los 7 Imprescindibles. - DinoRANK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SEO para principiantes. Los pasos imprescindibles para posicionar tu web sin complicaciones.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optimización en buscadores (SEO) para principiantes - Google for Developers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Saber algo de SEO puede ser de mucha ayuda. Consulta la Guía de SEO para principiantes de Google para conocer los aspectos básicos de la optimización en buscadores.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gratis de HubSpot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Hemos diseñado un curso para aprender de SEO que te ayudará a alcanzar 4 objetivos principales.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[Gratis y Certificado] - Edutin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este curso de SEO aprenderás el uso de las técnicas de posicionamiento web on page y off page.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mejores cursos de SEO gratis con certificación - Semrush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Descubre nuestros mejores cursos de SEO impartidos por los mejores expertos.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SEO GRATIS (100% práctico) - Webpositer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Aprender las bases del SEO de manera profesional y entender la importancia de estar en los primeros resultados de Google.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SEO: guía para principiantes - Wix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SEO es esencial para que los sitios web mejoren su visibilidad en línea y atraigan tráfico orgánico de calidad.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 para aprender SEO desde cero - Esneca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Comenzar a adentrarte en el mundo del posicionamiento orgánico de webs puede ser complicado, pero aprender SEO no es difícil ni imposible.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Mejores Cursos de SEO Gratis Online (2025) - Rocío Santamaría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buscas una toma de contacto, empezar a coger una base firme de SEO o simplemente aclarar dudas, los cursos de Posicionamiento SEO online gratuitos son una buena opción.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es SEO? Guía completa para entender el posicionamiento web en 2026 - Seology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guía completa de SEO para entender el posicionamiento en Google y hacer crecer tu negocio.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2026-05-28T21:46:41Z</dcterms:created>
  <dcterms:modified xsi:type="dcterms:W3CDTF">2026-05-28T21:46:41Z</dcterms:modified>
</cp:coreProperties>
</file>